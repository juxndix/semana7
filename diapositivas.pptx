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· MARKETING DIGITAL E INBOUND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que atrae, convierte y fideliza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contenidos digitales para NOVA STUDIO, estudio de diseño 100 % en línea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3017520"/>
            <a:ext cx="1371600" cy="1371600"/>
          </a:xfrm>
          <a:prstGeom prst="ellipse">
            <a:avLst/>
          </a:prstGeom>
          <a:solidFill>
            <a:srgbClr val="C288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0" y="30175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partimos y a dónde vamos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portafolio, sitio web y una cuenta de Instagram, pero pocas personas nos encuentran fuera de nuestro círculo cercano.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6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contenido en el principal canal para conseguir clientes, en 90 días.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13716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DE6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20640" y="13716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cotización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24231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DE6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2423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nuevos en Instagram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34747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DE6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3474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nuevos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le hablamos y qué le decimos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31C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ideal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Emprendedores y parejas de 22 a 40 años que necesitan identidad de marca, invitaciones digitales o un sitio web, y prefieren resolver todo en línea.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1F6F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problema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por dónde empezar, temen gastar de más y no confían en cualquier diseñador.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C288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 mensaje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claro, con tiempos definidos y seguimiento desde el primer contacto hasta la publicación final.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inbound en cuatro etapas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C288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Atraer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e infografías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encuentran por lo que buscan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645920"/>
            <a:ext cx="548640" cy="548640"/>
          </a:xfrm>
          <a:prstGeom prst="ellipse">
            <a:avLst/>
          </a:prstGeom>
          <a:solidFill>
            <a:srgbClr val="C28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descargable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dejan su correo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45920"/>
            <a:ext cx="548640" cy="548640"/>
          </a:xfrm>
          <a:prstGeom prst="ellipse">
            <a:avLst/>
          </a:prstGeom>
          <a:solidFill>
            <a:srgbClr val="C288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 casos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Confían y nos contratan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146304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1D2A4A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645920"/>
            <a:ext cx="548640" cy="548640"/>
          </a:xfrm>
          <a:prstGeom prst="ellipse">
            <a:avLst/>
          </a:prstGeom>
          <a:solidFill>
            <a:srgbClr val="C288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Deleitar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788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uso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recomiendan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cada contenido mueve cada etapa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691640"/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Atraer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Convertir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Cerrar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Deleitar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Blog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SEO sobre identidad visual traen visitas desde Google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Llamado a la acción para descargar la guía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dudas de precio y tiempos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Tips para usar el logo y las piezas entregadas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Video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 del proceso antes/después ganan alcance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explicativo en el sitio con botón de cotizar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Presentación personalizada de la propuesta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Agradecimiento y tutoriales de entrega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Infografía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Carruseles compartibles con errores comunes de marca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proceso en 5 pasos junto al formulario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Comparativo claro de paquetes y plazos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visual de uso de marca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DE6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Guía descargable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promociona en redes y en el blog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entrega a cambio del correo (lead magnet)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con diagnóstico gratuito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ampliada como manual de marca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4 semanas y cómo medimos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Sem.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Publicamos el primer artículo y la infografía de errores comunes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Sem. 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20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Grabamos 3 reels del proceso y activamos el formulario de la guía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Sem. 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20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Lanzamos la guía descargable y el video de propuesta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8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Sem. 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9202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Enviamos contenido de uso a clientes y medimos resultados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0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al sitio  ·  Descargas de la guía  ·  Cotizaciones recibidas  ·  Clientes cerrados  ·  Clientes que recomiendan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las visitas a los clientes: nuestra meta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31C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371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al sitio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94960" cy="640080"/>
          </a:xfrm>
          <a:prstGeom prst="roundRect">
            <a:avLst>
              <a:gd name="adj" fmla="val 11429"/>
            </a:avLst>
          </a:prstGeom>
          <a:solidFill>
            <a:srgbClr val="1F6F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48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de la guía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7FA8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C288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7033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nuevos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proyectadas a 90 días. Cada contenido empuja una etapa: el blog y la infografía traen las visitas, la guía las convierte en contactos, el video cierra la venta y el contenido de uso genera recomendaciones.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4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STUDIO · Juan Diego Guerrero Ramirez 11°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STUDIO - Estrategia de marketing digital e inbound</dc:title>
  <dc:subject>PptxGenJS Presentation</dc:subject>
  <dc:creator>Juan Diego Guerrero Ramirez</dc:creator>
  <cp:lastModifiedBy>Juan Diego Guerrero Ramirez</cp:lastModifiedBy>
  <cp:revision>1</cp:revision>
  <dcterms:created xsi:type="dcterms:W3CDTF">2026-09-30T02:53:18Z</dcterms:created>
  <dcterms:modified xsi:type="dcterms:W3CDTF">2026-09-30T02:53:18Z</dcterms:modified>
</cp:coreProperties>
</file>